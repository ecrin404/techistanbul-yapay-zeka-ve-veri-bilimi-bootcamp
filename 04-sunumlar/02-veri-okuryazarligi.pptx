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9C5C97-0F6C-2FDB-4EC9-3EA4E122B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0DFB7C8-9257-16A5-C723-F0422A548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D9E47A-04DA-14AD-AF33-03129460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5FA231-FFF4-A200-A313-072CE7E1D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27607D-AB79-A3F8-0F04-D48362A6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901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B70142-C9E1-56B6-6708-E1E335AB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FC63186-1CF5-213A-6CDC-C21FF3836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67EEBB2-B401-F3E7-F63C-AE9BEB660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9BF6E54-32EF-258D-843B-C5712B39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D3B8D84-575D-B86C-9B29-9008836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357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E42D26-1B80-B412-7F39-A2E6BB6A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3ADE876-00D2-7C2C-5DE4-742D40765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11A6206-6F94-31C7-B18C-C8BE2F23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370916C-68BD-4BB6-4498-49B626A2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B60DE4-9223-10AB-4C8A-1F45E296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92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824134-259B-903D-C66E-D75AF81D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FC3E7A4-0D1D-69FD-459F-7D2C73D4E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9F1A0E7-BD7F-6CF5-4B6C-EE38CB6BD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1919482-F592-BF54-8748-872D6179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DA50D66-5363-B591-855E-2AFBB983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838C80C-1CF5-7B7E-FBC6-16D10BB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044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1F717F-269B-28D7-8BB2-F473470E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30EEED-D9D2-B77E-FC65-F82B4F872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2E7F19E-781D-B6BD-0EAA-8C2B4B60F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5756F8D-BAC3-3A2F-7013-D491F49B5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1A0D937-44C4-79EC-4233-D5FF874DE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F7CC515-6242-217E-6DE7-2026345B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89C0B454-6A2D-B9E6-CD60-FB6AA1A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D81E8FB-3639-70E3-A171-FB7F4941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861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CDBC97-6A51-6A67-4052-A8222E29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CE790B9-B156-0DAD-972E-E4A11C8DE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5E10E4E-B3C1-2496-4054-9B14DFA4F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E2DA1A7-1ED7-74BB-60EF-A738479A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231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254B110-D22B-4E96-6957-CB7808BAC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44D1506-1D79-B583-3AD7-30D47962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D165268-534D-16BF-DF23-5CC772B0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132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751A4D-EC05-7FEC-D68D-2C393000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E9B6BDD-B9DF-B7E5-0A49-2226B8B51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5B94B22-FB48-57FA-F1D7-F6A7ABC87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F2B01B4-7AC7-40FA-7D56-E6AC30AB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15837BF-334B-F0E1-6402-DB20E8F6F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19537E6-D895-BB0B-8D80-BBC17431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794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78D4C0-8D03-84F1-748B-683D068D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FE9C8FE-4BC1-8386-1170-70275394C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BF62B5D-A879-2AFF-158F-B9AE9379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D672595-B9AC-AC2B-A658-ECEC8A9D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00F1B5D-B3CE-F3C8-6030-92FD3878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04E1383-2E83-3A61-5B8F-2399BECE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145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688154-85C2-F17E-3932-BFBB2BA4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109F1EE-4ABC-009D-CFCF-A71697B84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149AE16-6F4D-C2AB-BA90-540751B3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1AC03BC-DF87-836D-14FF-B69113C21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3D9B8E-DA76-BA03-27AF-91AF60FD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266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91B76B8-7A5F-3BB0-7BE9-CC2F4EBD7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708843E-F3A5-5B9B-521A-B1F7C1332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C45DB7-1781-13E2-A208-99D48BAC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9F1262-9F4B-31FF-83CC-209656A4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1DFD6DE-BB96-970E-2C67-F0D914FD3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782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27BDA8A-70FD-9A5A-0D40-A5787902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A7CE57E-4E75-FD2A-A609-6CC37ABD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815762-C0DF-0ACE-BE01-15C4EBD3F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8DDC8-777B-46DE-9A9E-FDF721A1913F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C7FE0CC-3BC7-1FAF-4FD2-68F4AA0DE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2566095-2D2E-82E9-14F1-49254D1A0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47079-3E49-4169-AB39-DAFA75511BF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723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33C809D-3BEB-332F-EFDD-FAAE3AB0F113}"/>
              </a:ext>
            </a:extLst>
          </p:cNvPr>
          <p:cNvSpPr txBox="1"/>
          <p:nvPr/>
        </p:nvSpPr>
        <p:spPr>
          <a:xfrm>
            <a:off x="2621280" y="5458968"/>
            <a:ext cx="6949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800" dirty="0"/>
              <a:t>Veri Okur-Yazarlığı</a:t>
            </a:r>
          </a:p>
        </p:txBody>
      </p:sp>
      <p:pic>
        <p:nvPicPr>
          <p:cNvPr id="2" name="Resim 1" descr="Zemin İstanbul ve Veri Laboratuvarı, Tech Istanbul markası altında  birleşiyor - Webrazzi">
            <a:extLst>
              <a:ext uri="{FF2B5EF4-FFF2-40B4-BE49-F238E27FC236}">
                <a16:creationId xmlns:a16="http://schemas.microsoft.com/office/drawing/2014/main" id="{09CF7FFC-02BB-D222-E161-2FBFF6533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1460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0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0317BC-1AA8-6505-8775-82F8D9057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Aritmetik Ortalama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328D354-EDAF-C514-5A8D-461D8F523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564" y="1825625"/>
            <a:ext cx="6194872" cy="4351338"/>
          </a:xfrm>
        </p:spPr>
      </p:pic>
    </p:spTree>
    <p:extLst>
      <p:ext uri="{BB962C8B-B14F-4D97-AF65-F5344CB8AC3E}">
        <p14:creationId xmlns:p14="http://schemas.microsoft.com/office/powerpoint/2010/main" val="163973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76C5F8-79DA-998E-C328-A8F21DB0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Medyan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BD2F1B6-605E-C0F9-941B-560E75529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96" y="1825625"/>
            <a:ext cx="5377207" cy="4351338"/>
          </a:xfrm>
        </p:spPr>
      </p:pic>
    </p:spTree>
    <p:extLst>
      <p:ext uri="{BB962C8B-B14F-4D97-AF65-F5344CB8AC3E}">
        <p14:creationId xmlns:p14="http://schemas.microsoft.com/office/powerpoint/2010/main" val="1892968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BC3789-33F4-482B-433B-929280FC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Mod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D77E20C-FF61-8838-B31D-31F4D94BE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819" y="1825625"/>
            <a:ext cx="5004361" cy="4351338"/>
          </a:xfrm>
        </p:spPr>
      </p:pic>
    </p:spTree>
    <p:extLst>
      <p:ext uri="{BB962C8B-B14F-4D97-AF65-F5344CB8AC3E}">
        <p14:creationId xmlns:p14="http://schemas.microsoft.com/office/powerpoint/2010/main" val="3565771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AEC4D1-E95D-71A2-DFCF-65814C27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Kartiller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C56F44D-8048-AEC4-D142-A8AE00837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8477"/>
            <a:ext cx="6016752" cy="5148597"/>
          </a:xfrm>
        </p:spPr>
      </p:pic>
      <p:pic>
        <p:nvPicPr>
          <p:cNvPr id="2050" name="Picture 2" descr="Merkezi dağılım ölçüleri nelerdir? · Miuul Not Defteri">
            <a:extLst>
              <a:ext uri="{FF2B5EF4-FFF2-40B4-BE49-F238E27FC236}">
                <a16:creationId xmlns:a16="http://schemas.microsoft.com/office/drawing/2014/main" id="{363C4E90-5850-1AF2-3B41-D28D12A99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824" y="1961388"/>
            <a:ext cx="5218176" cy="293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05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E62CBD-1325-B44C-B4F9-A2ED8055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Değişim Aralığı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8263F96-C381-3802-BE2F-162262BE7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232" y="1825625"/>
            <a:ext cx="5980175" cy="4351338"/>
          </a:xfrm>
        </p:spPr>
      </p:pic>
    </p:spTree>
    <p:extLst>
      <p:ext uri="{BB962C8B-B14F-4D97-AF65-F5344CB8AC3E}">
        <p14:creationId xmlns:p14="http://schemas.microsoft.com/office/powerpoint/2010/main" val="53317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5F567A-610A-C3D3-5EDB-B14327E0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Standart Sapma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7DC85E2-E0CE-5BAB-3E09-C963A4CEF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087" y="1825625"/>
            <a:ext cx="4009825" cy="4351338"/>
          </a:xfrm>
        </p:spPr>
      </p:pic>
    </p:spTree>
    <p:extLst>
      <p:ext uri="{BB962C8B-B14F-4D97-AF65-F5344CB8AC3E}">
        <p14:creationId xmlns:p14="http://schemas.microsoft.com/office/powerpoint/2010/main" val="253348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AD14E1-F680-7DE1-6637-5A0D97A1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Varyans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CC0A6A0-CFA0-5A46-400D-8F3A2BD78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901" y="1399032"/>
            <a:ext cx="5470197" cy="4796219"/>
          </a:xfrm>
        </p:spPr>
      </p:pic>
    </p:spTree>
    <p:extLst>
      <p:ext uri="{BB962C8B-B14F-4D97-AF65-F5344CB8AC3E}">
        <p14:creationId xmlns:p14="http://schemas.microsoft.com/office/powerpoint/2010/main" val="426021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6AC57D-4C16-CC9B-2198-06EE6B68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Basıklık ve Çarpıklık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C56B78A-458A-7F66-FAAD-332B8B9FF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963" y="1816481"/>
            <a:ext cx="4549417" cy="4351338"/>
          </a:xfrm>
        </p:spPr>
      </p:pic>
      <p:pic>
        <p:nvPicPr>
          <p:cNvPr id="3074" name="Picture 2" descr="Veri Biliminde Normal Dağılımın R ve Python ile Testi ve Yorumlanması  (Skewness ve Kurtosis, Shapiro-Wilk, Kolmogorov-Smirnov) | by Yiğit Şener |  Data Runner | Medium">
            <a:extLst>
              <a:ext uri="{FF2B5EF4-FFF2-40B4-BE49-F238E27FC236}">
                <a16:creationId xmlns:a16="http://schemas.microsoft.com/office/drawing/2014/main" id="{1915C8D0-CB4F-BFAB-38CD-2105C8E5D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568" y="2777650"/>
            <a:ext cx="3897440" cy="2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35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B0154C-513D-2F5C-27FD-79E0A08F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Güven Aralığı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027ADC9-D59C-C5CC-A900-7E9342259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70" y="1553528"/>
            <a:ext cx="5335662" cy="435133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0D640B3-7174-9AED-E650-E21E2AFFF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679" y="1587244"/>
            <a:ext cx="5613264" cy="4421067"/>
          </a:xfrm>
          <a:prstGeom prst="rect">
            <a:avLst/>
          </a:prstGeom>
        </p:spPr>
      </p:pic>
      <p:pic>
        <p:nvPicPr>
          <p:cNvPr id="4100" name="Picture 4" descr="σ σ μ μ">
            <a:extLst>
              <a:ext uri="{FF2B5EF4-FFF2-40B4-BE49-F238E27FC236}">
                <a16:creationId xmlns:a16="http://schemas.microsoft.com/office/drawing/2014/main" id="{CB118ADF-D3EA-D351-8BC7-C5F5C23B4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92" y="0"/>
            <a:ext cx="2701481" cy="15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753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5F4BEF-D608-575E-0EA1-AE60C088C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Bernoulli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7B35604-8C34-A62E-B11E-8C73261F2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36" y="2457314"/>
            <a:ext cx="6392167" cy="1943371"/>
          </a:xfrm>
        </p:spPr>
      </p:pic>
      <p:pic>
        <p:nvPicPr>
          <p:cNvPr id="5122" name="Picture 2" descr="BERNOULLI DAĞILIMI İSTATİSTİK DERS NOTLARI">
            <a:extLst>
              <a:ext uri="{FF2B5EF4-FFF2-40B4-BE49-F238E27FC236}">
                <a16:creationId xmlns:a16="http://schemas.microsoft.com/office/drawing/2014/main" id="{2304CB67-3157-D31C-156A-C132185E8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3005136"/>
            <a:ext cx="300037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5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1BFEF7-22A1-291D-6677-44ABD5E4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Binom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60B64FB-2CCB-890D-C1C5-2EC317B0D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811" y="2538684"/>
            <a:ext cx="6468378" cy="2029108"/>
          </a:xfrm>
        </p:spPr>
      </p:pic>
    </p:spTree>
    <p:extLst>
      <p:ext uri="{BB962C8B-B14F-4D97-AF65-F5344CB8AC3E}">
        <p14:creationId xmlns:p14="http://schemas.microsoft.com/office/powerpoint/2010/main" val="49505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0E4B7E-AE21-3204-A2B0-F2F39D39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Poisson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8084D07-61B0-3955-0A65-E24A20176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08" y="1690688"/>
            <a:ext cx="6420746" cy="1991003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10C4AA7-54E9-E68F-664F-BFEF1753E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08" y="4000336"/>
            <a:ext cx="6592220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33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80692D-6AD5-CF14-75EE-8FA2D7DE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Poisson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B5C493A-74EE-3B8C-3BCB-46F2FE8EE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536" y="1481230"/>
            <a:ext cx="3922776" cy="5148169"/>
          </a:xfrm>
        </p:spPr>
      </p:pic>
    </p:spTree>
    <p:extLst>
      <p:ext uri="{BB962C8B-B14F-4D97-AF65-F5344CB8AC3E}">
        <p14:creationId xmlns:p14="http://schemas.microsoft.com/office/powerpoint/2010/main" val="3340729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21</Words>
  <Application>Microsoft Office PowerPoint</Application>
  <PresentationFormat>Geniş ekran</PresentationFormat>
  <Paragraphs>14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Teması</vt:lpstr>
      <vt:lpstr>PowerPoint Sunusu</vt:lpstr>
      <vt:lpstr>Aritmetik Ortalama</vt:lpstr>
      <vt:lpstr>Medyan</vt:lpstr>
      <vt:lpstr>Mod</vt:lpstr>
      <vt:lpstr>Kartiller</vt:lpstr>
      <vt:lpstr>Değişim Aralığı</vt:lpstr>
      <vt:lpstr>Standart Sapma</vt:lpstr>
      <vt:lpstr>Varyans</vt:lpstr>
      <vt:lpstr>Basıklık ve Çarpıklık</vt:lpstr>
      <vt:lpstr>Güven Aralığı</vt:lpstr>
      <vt:lpstr>Bernoulli</vt:lpstr>
      <vt:lpstr>Binom</vt:lpstr>
      <vt:lpstr>Poisson</vt:lpstr>
      <vt:lpstr>Poisson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Noo Nickk</dc:creator>
  <cp:lastModifiedBy>Cengiz Ceylan</cp:lastModifiedBy>
  <cp:revision>5</cp:revision>
  <dcterms:created xsi:type="dcterms:W3CDTF">2023-12-05T11:07:25Z</dcterms:created>
  <dcterms:modified xsi:type="dcterms:W3CDTF">2026-07-30T10:42:41Z</dcterms:modified>
</cp:coreProperties>
</file>