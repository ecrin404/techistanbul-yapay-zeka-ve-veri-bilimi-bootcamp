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071DFB-433B-1B6B-74DF-516881B7C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49FD2CB-9B65-1CC3-536A-F3E976CA4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3A72A3C-5AEC-74A0-ECCF-5C1FC0E4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6DCEE66-0D57-4CE8-0C1C-B9E1A9B0B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3FEAFE-2BA2-B3EA-6BEA-125A05D8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591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607535-F946-2E92-8EC0-2D755B9E2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E1A359B-C79F-A12E-E3AB-BCC953158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8881372-0A4C-EFA2-06C8-DA061737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6F371B8-FA37-B46B-75C5-821C4C9B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728278B-BF11-8C88-1BEF-657757A9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969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60E84E-A6AC-C432-8427-DAC6FD8E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BFEDA92-01CA-7AD4-DCF9-19C8C9B8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0939A15-5A99-7903-C631-3E7C4C3F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D65B67-A977-9943-514D-205935A2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278E0C-A208-D237-9C96-9DBD6EDB6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345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81F66B-88D3-DE23-5ACD-2CFE7E3F0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FFC321-CB8F-E79C-3B3F-4B3CD3B98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4AC86FF-3762-55F4-0767-596A249D3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E5FD8E0-E817-CF33-6A6C-C98BFAAF3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3F8A82D-9124-F9D2-DC23-C15A099E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339232C-3C89-9739-A102-506BB99B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1232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6DF65F-1139-9F5C-9477-120F7BA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8C7B1F2-6FAA-9268-3A7F-34823971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0FB3F57-8E2F-46E1-A81F-89DB19029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F59748D-09B9-A2ED-66A1-0109D97F6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5B19905-6420-236A-0D12-EBEE4286DA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82810C0-C2D9-D9D1-04D1-16C8F5F1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54BE9E35-9135-6525-9E3D-0C87C19B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83EAAFE1-EC8F-E38F-DA87-407318F8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5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335F3E-D97E-13A4-BC5D-6D55D74A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BA673D0-C9E9-CC29-A45B-79E10C31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0EFCFA5-44EA-E00D-3D27-FFCE113D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B6B177CD-22CF-116D-94C3-BA93F670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01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E559C13-50FB-4623-9B96-B2B0A54C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6F2147A-7CE2-EF91-D9FE-FF800A6FF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2A78A84-3345-6094-2DC8-47436ADE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2163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CC5680-09B1-538C-ECBB-E3D4CBB57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2AA7FCB-7EB2-CD3C-513D-BABC79ADE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E3810E6-8CBD-3AF1-7DD0-ADB70D38D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E349880-42CD-5EE1-E810-E2AF9BD00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64075A0-CC6D-E0C2-69DB-5CC46D195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E46ADD0-7549-55F2-C7F7-E088A29F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9843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F3B1F8-8575-CC3D-7461-6251E1DA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5553B7B-A9E1-7EA6-1460-7DD613245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5D2A0D7-C097-5EA1-D96D-267DDD4A1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DDE1617-1B11-7BCD-6330-7CA1D35F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FCCCE30-1D4F-9324-7A83-6BE533D58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3B97A33-BBCD-B726-6CDE-96EFE1E9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773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EBD0AA-92CA-7864-987D-6489FD91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510BA7C-5F75-D178-06A5-B5E3DF8B0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3CF800-3E82-9683-E34F-FAF4DE8CC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DA8777B-1CED-5B84-9C94-DD76A5EC7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E7D23B5-A37E-0023-0993-3458B8779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5328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D16AF29-46CF-9BC7-9014-6685CD25A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0EDDFA2-F99D-B9E6-F8D5-10F3AAF62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3B664D3-EC74-0B2F-5BE4-45A5F604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486F596-0238-1B44-065F-1B6C4E33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39194D1-A4BD-097D-0C0A-74D8BC98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3182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13D75B0-00C6-F729-1898-5C90A202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82838E3-22BA-39C1-EDC6-BBDD075DA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876C174-B43F-A102-0CD1-2997C7B0B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FFB9B-983C-4B00-8CC8-A1171C7BB265}" type="datetimeFigureOut">
              <a:rPr lang="tr-TR" smtClean="0"/>
              <a:t>30.07.2026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866EBB-6F73-B029-C24D-217765AD0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056FD7B-8E4D-C157-EC4F-2E2ACCC40D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94900-CC13-4B03-B6C9-B9795640E53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786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F33C809D-3BEB-332F-EFDD-FAAE3AB0F113}"/>
              </a:ext>
            </a:extLst>
          </p:cNvPr>
          <p:cNvSpPr txBox="1"/>
          <p:nvPr/>
        </p:nvSpPr>
        <p:spPr>
          <a:xfrm>
            <a:off x="2621280" y="5458968"/>
            <a:ext cx="6949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4800" dirty="0"/>
              <a:t>Makine Öğrenmesine Giriş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56536FD-4064-E278-BE4C-212AF0659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701" y="307549"/>
            <a:ext cx="4626597" cy="4626597"/>
          </a:xfrm>
          <a:prstGeom prst="rect">
            <a:avLst/>
          </a:prstGeom>
        </p:spPr>
      </p:pic>
      <p:pic>
        <p:nvPicPr>
          <p:cNvPr id="2" name="Resim 1" descr="Zemin İstanbul ve Veri Laboratuvarı, Tech Istanbul markası altında  birleşiyor - Webrazzi">
            <a:extLst>
              <a:ext uri="{FF2B5EF4-FFF2-40B4-BE49-F238E27FC236}">
                <a16:creationId xmlns:a16="http://schemas.microsoft.com/office/drawing/2014/main" id="{49FB2E44-C1D4-0D60-B29C-31FE27245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144347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0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3A51F5-58FD-383A-0B7B-C7D4A11323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72C2F93-EEA4-B223-4BEB-F6B4023372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E8A1DF4-034E-65BB-1E78-9B7A6729E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401"/>
            <a:ext cx="12192000" cy="568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78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A4733EF-EEA9-2C4D-B593-75D1BA384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1520"/>
            <a:ext cx="12194260" cy="5394960"/>
          </a:xfrm>
        </p:spPr>
      </p:pic>
    </p:spTree>
    <p:extLst>
      <p:ext uri="{BB962C8B-B14F-4D97-AF65-F5344CB8AC3E}">
        <p14:creationId xmlns:p14="http://schemas.microsoft.com/office/powerpoint/2010/main" val="298661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D054AD-B887-F5EE-2B33-A7B4493C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Deterministik - Stokastik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A7EBCCB1-CB15-4E9B-81FF-6D52D613E2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1" y="1335478"/>
            <a:ext cx="4947312" cy="5252966"/>
          </a:xfrm>
        </p:spPr>
      </p:pic>
      <p:pic>
        <p:nvPicPr>
          <p:cNvPr id="1026" name="Picture 2" descr="BASİT REGRESYON VE KORELASYON ANALİZİ - ppt indir">
            <a:extLst>
              <a:ext uri="{FF2B5EF4-FFF2-40B4-BE49-F238E27FC236}">
                <a16:creationId xmlns:a16="http://schemas.microsoft.com/office/drawing/2014/main" id="{5DA624B4-BE99-BA45-789A-844DA1282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855" y="1895417"/>
            <a:ext cx="5510784" cy="413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36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80C655C-D3AC-6CE8-19A8-FB349FEE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Doğrusal – Doğrusal Olmayan</a:t>
            </a:r>
            <a:br>
              <a:rPr lang="tr-TR" dirty="0"/>
            </a:br>
            <a:r>
              <a:rPr lang="tr-TR" dirty="0"/>
              <a:t>Modeller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E4CF3E1-A25B-E352-A955-C51E576CF1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50" y="1606168"/>
            <a:ext cx="5177661" cy="5156671"/>
          </a:xfrm>
        </p:spPr>
      </p:pic>
      <p:pic>
        <p:nvPicPr>
          <p:cNvPr id="2052" name="Picture 4" descr="Neden Doğrusal Olmayan ( onlinear) Analiz Yapmalıyız ?">
            <a:extLst>
              <a:ext uri="{FF2B5EF4-FFF2-40B4-BE49-F238E27FC236}">
                <a16:creationId xmlns:a16="http://schemas.microsoft.com/office/drawing/2014/main" id="{BA0DDF7D-7B6F-0156-400B-6758561FF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379" y="2311600"/>
            <a:ext cx="5719571" cy="22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95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3C7938-0535-A978-7568-5D44D4F3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3623"/>
          </a:xfrm>
        </p:spPr>
        <p:txBody>
          <a:bodyPr/>
          <a:lstStyle/>
          <a:p>
            <a:pPr algn="ctr"/>
            <a:r>
              <a:rPr lang="tr-TR" dirty="0"/>
              <a:t>Gözetimli – Gözetimsiz Öğrenme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37CA3AE-415C-91BF-588D-6B7AD92E7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216" y="1298748"/>
            <a:ext cx="5929567" cy="5412948"/>
          </a:xfrm>
        </p:spPr>
      </p:pic>
    </p:spTree>
    <p:extLst>
      <p:ext uri="{BB962C8B-B14F-4D97-AF65-F5344CB8AC3E}">
        <p14:creationId xmlns:p14="http://schemas.microsoft.com/office/powerpoint/2010/main" val="2482114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3EEF3E-2687-82F0-D461-FEFB8345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Takviyeli Öğrenme</a:t>
            </a:r>
          </a:p>
        </p:txBody>
      </p:sp>
      <p:pic>
        <p:nvPicPr>
          <p:cNvPr id="3074" name="Picture 2" descr="Makineler Nasıl Öğrenir? - Veri Bilimi Okulu - Veri Bilimi Okulu">
            <a:extLst>
              <a:ext uri="{FF2B5EF4-FFF2-40B4-BE49-F238E27FC236}">
                <a16:creationId xmlns:a16="http://schemas.microsoft.com/office/drawing/2014/main" id="{223DD839-D87F-F83E-E7C7-9DDF04C9F12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763" y="1278790"/>
            <a:ext cx="7602474" cy="546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387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61BC90-D43F-6ED9-37AA-4BFD4890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Bölünmüş Doğrulama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81907A4-99E9-8858-D97E-619961967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39" y="1290509"/>
            <a:ext cx="10322689" cy="435133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1FF3351-11F6-AC52-ED78-49D23D35B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469" y="4829200"/>
            <a:ext cx="653506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3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8ACA9C-1819-304A-2979-E369DD0D3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K-Katlı Çapraz Doğrulama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0685105-2F78-C79C-0F96-D081E0663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814" y="1253331"/>
            <a:ext cx="8702676" cy="435133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E2C1DA8-FE89-6C27-A57A-8EA1CFBA0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042" y="5118057"/>
            <a:ext cx="6592220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01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88EAD6-7E91-8725-95E3-18C3AB5C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Bootstrapping</a:t>
            </a:r>
            <a:r>
              <a:rPr lang="tr-TR" dirty="0"/>
              <a:t> Doğrulama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4210C15-B31D-27AE-BCC2-07721B6DB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134" y="1253331"/>
            <a:ext cx="10096611" cy="435133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8E145A4-B4BF-7675-822F-BBF5B374E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671" y="4847326"/>
            <a:ext cx="6525536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59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593A006-91F4-5DB4-D226-AADCCE8E4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MSE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E7347DC-5D92-951D-BA60-51E18D6851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95" y="1432432"/>
            <a:ext cx="6610006" cy="4886071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1AFE6B8-C67E-29C3-338F-6BC4B0E1CD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119" y="2841115"/>
            <a:ext cx="5550185" cy="222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46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5BFB79-1C0B-BB15-B69B-D815F3DE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RMSE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DBB1F695-378E-9455-385B-6007D4E208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34" y="2028292"/>
            <a:ext cx="10333932" cy="4034180"/>
          </a:xfrm>
        </p:spPr>
      </p:pic>
    </p:spTree>
    <p:extLst>
      <p:ext uri="{BB962C8B-B14F-4D97-AF65-F5344CB8AC3E}">
        <p14:creationId xmlns:p14="http://schemas.microsoft.com/office/powerpoint/2010/main" val="992256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5B6986-E1FD-A4F6-F49B-23D544A8D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MAE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6F674A68-DEF3-9E7A-F6FD-EEAEE87D00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507" y="1363059"/>
            <a:ext cx="5466985" cy="5319228"/>
          </a:xfrm>
        </p:spPr>
      </p:pic>
    </p:spTree>
    <p:extLst>
      <p:ext uri="{BB962C8B-B14F-4D97-AF65-F5344CB8AC3E}">
        <p14:creationId xmlns:p14="http://schemas.microsoft.com/office/powerpoint/2010/main" val="108961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7C4028-E54D-97BA-F1BD-E7BE5E69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 err="1"/>
              <a:t>Confusion</a:t>
            </a:r>
            <a:r>
              <a:rPr lang="tr-TR" dirty="0"/>
              <a:t> </a:t>
            </a:r>
            <a:r>
              <a:rPr lang="tr-TR" dirty="0" err="1"/>
              <a:t>Matrix</a:t>
            </a:r>
            <a:endParaRPr lang="tr-TR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45B785A4-8A3D-FC1E-A854-FADE38B0F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91" y="1770761"/>
            <a:ext cx="4853765" cy="4351338"/>
          </a:xfr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A3F04E9-E868-EC13-E4BB-1C8D2A6361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128" y="1895687"/>
            <a:ext cx="6036389" cy="405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6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6A269B-2928-7370-8BA5-7F57493E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Under-</a:t>
            </a:r>
            <a:r>
              <a:rPr lang="tr-TR" dirty="0" err="1"/>
              <a:t>Fitting</a:t>
            </a:r>
            <a:r>
              <a:rPr lang="tr-TR" dirty="0"/>
              <a:t> / </a:t>
            </a:r>
            <a:r>
              <a:rPr lang="tr-TR" dirty="0" err="1"/>
              <a:t>Over-Fitting</a:t>
            </a:r>
            <a:endParaRPr lang="tr-TR" dirty="0"/>
          </a:p>
        </p:txBody>
      </p:sp>
      <p:pic>
        <p:nvPicPr>
          <p:cNvPr id="4098" name="Picture 2" descr="ML | Underfitting and Overfitting - GeeksforGeeks">
            <a:extLst>
              <a:ext uri="{FF2B5EF4-FFF2-40B4-BE49-F238E27FC236}">
                <a16:creationId xmlns:a16="http://schemas.microsoft.com/office/drawing/2014/main" id="{D7ACACC9-F01C-504E-0455-BDD9DADEAB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264" y="2160604"/>
            <a:ext cx="9717471" cy="3984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729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64C97A5-0743-B68E-6F80-37B0A59C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3907"/>
          </a:xfrm>
        </p:spPr>
        <p:txBody>
          <a:bodyPr/>
          <a:lstStyle/>
          <a:p>
            <a:pPr algn="ctr"/>
            <a:r>
              <a:rPr lang="tr-TR" dirty="0"/>
              <a:t>Yanlılık – Varyans İlişkisi</a:t>
            </a:r>
          </a:p>
        </p:txBody>
      </p:sp>
      <p:pic>
        <p:nvPicPr>
          <p:cNvPr id="4" name="Picture 4" descr="Yanlılık ve Varyans İkilemi | Machine Learning [3] | by Batuhan Daz | Medium">
            <a:extLst>
              <a:ext uri="{FF2B5EF4-FFF2-40B4-BE49-F238E27FC236}">
                <a16:creationId xmlns:a16="http://schemas.microsoft.com/office/drawing/2014/main" id="{B2085690-39B3-B3E4-FD6B-CA02416392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304" y="1981073"/>
            <a:ext cx="6354282" cy="2709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E0468361-14E6-92C5-6394-3ED7862AF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1243584"/>
            <a:ext cx="5099165" cy="544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110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CF5A92-9E90-E591-18E2-E284E0F6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Eğitim ile Test Hatalarının Karşılaştırılması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47DA1B9-1BD5-C9DD-B724-8749EEA733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69" y="2448120"/>
            <a:ext cx="6858957" cy="3124636"/>
          </a:xfrm>
        </p:spPr>
      </p:pic>
      <p:pic>
        <p:nvPicPr>
          <p:cNvPr id="5122" name="Picture 2" descr="Overfitting vs Underfitting in Machine Learning [Differences]">
            <a:extLst>
              <a:ext uri="{FF2B5EF4-FFF2-40B4-BE49-F238E27FC236}">
                <a16:creationId xmlns:a16="http://schemas.microsoft.com/office/drawing/2014/main" id="{4B5241A0-32B6-D6B6-99A9-5C947749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957" y="2448120"/>
            <a:ext cx="4066393" cy="301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23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0F512B4-F2D1-4CA4-69E4-D622A1AC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Model Optimizasyonu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2459FB2-F835-4006-9E3B-9AEE180D1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Ağırlık</a:t>
            </a:r>
          </a:p>
          <a:p>
            <a:r>
              <a:rPr lang="tr-TR" dirty="0" err="1"/>
              <a:t>Hiperparametreler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476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46</Words>
  <Application>Microsoft Office PowerPoint</Application>
  <PresentationFormat>Geniş ekran</PresentationFormat>
  <Paragraphs>18</Paragraphs>
  <Slides>18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Deterministik - Stokastik</vt:lpstr>
      <vt:lpstr>Doğrusal – Doğrusal Olmayan Modeller</vt:lpstr>
      <vt:lpstr>Gözetimli – Gözetimsiz Öğrenme</vt:lpstr>
      <vt:lpstr>Takviyeli Öğrenme</vt:lpstr>
      <vt:lpstr>Bölünmüş Doğrulama</vt:lpstr>
      <vt:lpstr>K-Katlı Çapraz Doğrulama</vt:lpstr>
      <vt:lpstr>Bootstrapping Doğrulama</vt:lpstr>
      <vt:lpstr>MSE</vt:lpstr>
      <vt:lpstr>RMSE</vt:lpstr>
      <vt:lpstr>MAE</vt:lpstr>
      <vt:lpstr>Confusion Matrix</vt:lpstr>
      <vt:lpstr>Under-Fitting / Over-Fitting</vt:lpstr>
      <vt:lpstr>Yanlılık – Varyans İlişkisi</vt:lpstr>
      <vt:lpstr>Eğitim ile Test Hatalarının Karşılaştırılması</vt:lpstr>
      <vt:lpstr>Model Optimizasyonu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Noo Nickk</dc:creator>
  <cp:lastModifiedBy>Cengiz Ceylan</cp:lastModifiedBy>
  <cp:revision>6</cp:revision>
  <dcterms:created xsi:type="dcterms:W3CDTF">2023-12-05T17:55:53Z</dcterms:created>
  <dcterms:modified xsi:type="dcterms:W3CDTF">2026-07-30T10:43:07Z</dcterms:modified>
</cp:coreProperties>
</file>